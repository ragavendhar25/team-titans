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365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PROJECTS | AY2026-27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9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LabelGuard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Packaged-commodity label compliance readiness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5603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Metrology inspectors have limited time to check every mandatory declaration on many packs, across varied languages and formats.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direction: </a:t>
            </a:r>
            <a:pPr indent="0" marL="0">
              <a:buNone/>
            </a:pPr>
            <a:r>
              <a:rPr lang="en-US" sz="11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inspectors check labels completely and consistently, with evidence ready for the report.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777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LabelGuard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280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SIH26034 | Legal Metrology (Packaged Commodities) Rules, 2011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69164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 (CD)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691640"/>
            <a:ext cx="2286000" cy="8686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Titans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P-2026-29-CD-003-AY26-27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269748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 Kumar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370332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0" y="3703320"/>
            <a:ext cx="4663440" cy="100584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context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is manual, slow and varies by inspector. Phase 1 goal: prove the problem is worth solving before choosing any solution.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sits across a compliance ecosystem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17220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0956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Projects AY2026-27 | Phase 1 due 30 September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1005840"/>
            <a:ext cx="2560320" cy="35661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 USER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Metrology inspector / officer in a district office, who needs to confirm quickly that each pack shows every mandatory declaration correctly.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complaint-driven and routine retail inspections, 15-20 packs per shop.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00584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1005840"/>
            <a:ext cx="1691640" cy="11887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labels and records violations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1005840"/>
            <a:ext cx="1691640" cy="11887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/ retailer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packs for sampling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269748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54680" y="2697480"/>
            <a:ext cx="1691640" cy="11887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/ packer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label design and declarations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69748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2697480"/>
            <a:ext cx="1691640" cy="11887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access, NOC and reporting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9432" y="2240280"/>
            <a:ext cx="50292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99432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903720" y="1005840"/>
            <a:ext cx="1874520" cy="1691640"/>
          </a:xfrm>
          <a:prstGeom prst="roundRect">
            <a:avLst>
              <a:gd name="adj" fmla="val 6486"/>
            </a:avLst>
          </a:prstGeom>
          <a:solidFill>
            <a:srgbClr val="C9D1DA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1005840"/>
            <a:ext cx="1874520" cy="169164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category (packaged food) in one district.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28346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C9D1DA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2834640"/>
            <a:ext cx="1874520" cy="17373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get correctly declared quantity, MRP and origin.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6F4F4"/>
          </a:solidFill>
          <a:ln w="12700">
            <a:solidFill>
              <a:srgbClr val="E6F4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15-20 packs per shop, mostly food and personal care (reported, E01 simulated)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are known, but checking is not ready for volume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17220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0956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Projects AY2026-27 | Phase 1 due 30 September 2026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flow: complaint or drive → visit shop → sample packs → check each label → record and photograph → report.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28016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1280160"/>
            <a:ext cx="1965960" cy="11887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&amp; SAMPLE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 or drive; sample 15-20 packs.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0" y="128016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1280160"/>
            <a:ext cx="1965960" cy="11887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LABEL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Declarations, font height, language; weigh where needed.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28016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1280160"/>
            <a:ext cx="1965960" cy="11887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notes, photos, retyping into the report.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28016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BE9EA"/>
          </a:solidFill>
          <a:ln w="9525">
            <a:solidFill>
              <a:srgbClr val="B03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1280160"/>
            <a:ext cx="1965960" cy="11887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OUTCOME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 min per clean label, 15+ if complex; missed items, re-checks, days of delay.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2651760"/>
            <a:ext cx="2651760" cy="13258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WORKAROUNDS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as evidence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 app or colleague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Sample-based checks; refer unclear cases up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6517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E8F2E8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46120" y="2651760"/>
            <a:ext cx="2651760" cy="13258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TODAY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officers know the declarations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check of net quantity on the spot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6517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BE9EA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2651760"/>
            <a:ext cx="2651760" cy="13258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UNSOLVED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inspector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on curved, multi-language, stickered labels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record across shops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73450"/>
          </a:solidFill>
          <a:ln w="12700">
            <a:solidFill>
              <a:srgbClr val="1734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need a faster, more consistent way to verify mandatory declarations, because checking depends on manual reading, memory and scattered notes.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must prove the problem is worth solving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17220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0956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Projects AY2026-27 | Phase 1 due 30 September 2026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828800"/>
                <a:gridCol w="192024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/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4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Inspectors (primary)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4+ | done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+ observe a label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experience the pain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E01 (simulated), E02-E05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Approver / 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1-2 | done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/ record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value, permission, adoption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Packer, seller or platform staff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1-2 | done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/ shadowing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Challenges one-sided views; IT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E07-E08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2880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5760" y="2880360"/>
            <a:ext cx="2651760" cy="17373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STATUS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conversations: 0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persona: 1 (E01, not primary research)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6+, including 4+ inspectors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46120" y="2880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EEEAFB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46120" y="2880360"/>
            <a:ext cx="2651760" cy="17373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MIX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interviews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 real label check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checks; review Rules and past cases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2880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26480" y="2880360"/>
            <a:ext cx="2651760" cy="17373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label check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missed and re-checks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willingness to adopt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bigger than reading labels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17220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0956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Projects AY2026-27 | Phase 1 due 30 September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1005840"/>
            <a:ext cx="1965960" cy="123444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TIME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packs per shop, minutes each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0058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14600" y="1005840"/>
            <a:ext cx="1965960" cy="123444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FORMATS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Curved, shiny, small print, stickered MRPs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005840"/>
            <a:ext cx="1965960" cy="123444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GAP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scattered across languages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0058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EEEAFB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1005840"/>
            <a:ext cx="1965960" cy="123444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4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Pre-validation: simulated evidence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42316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2423160"/>
            <a:ext cx="2651760" cy="12801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photos are unusable as evidence and force revisits.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42316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46120" y="2423160"/>
            <a:ext cx="2651760" cy="12801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BLIND SPOTS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history of scanned products or violations across shops.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42316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2423160"/>
            <a:ext cx="2651760" cy="12801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REWORK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notes are retyped; incomplete reports come back.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3A78C8"/>
          </a:solidFill>
          <a:ln w="12700">
            <a:solidFill>
              <a:srgbClr val="3A78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" y="38862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not reading alone. It is checking every declaration completely, consistently and with usable evidence.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and simulated findings frame our hypotheses. Real field observation will set the benchmarks.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comes from turning checking time into enforcement time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17220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0956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Projects AY2026-27 | Phase 1 due 30 September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1005840"/>
            <a:ext cx="1965960" cy="13258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reading, notes and retyping consume inspection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00584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14600" y="1005840"/>
            <a:ext cx="1965960" cy="13258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label checked against the full list, with evidence attached.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005840"/>
            <a:ext cx="1965960" cy="13258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RECLAIMED TIME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cover more shops and complex cases.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00584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1005840"/>
            <a:ext cx="1965960" cy="13258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REALISED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misses, faster reports, correct labels for consumers.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2514600"/>
            <a:ext cx="2651760" cy="146304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INSPECTORS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declarations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retyping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flags on unreadable labels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514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46120" y="2514600"/>
            <a:ext cx="2651760" cy="146304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DEPARTMENT &amp; CONSUMERS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checks across inspectors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record of violations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quantity, MRP, origin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514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2514600"/>
            <a:ext cx="2651760" cy="146304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PRINCIPLE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checking effort without adding verification work for the inspector.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 thesis: value is unlocked when inspectors spend less time hunting for declarations and more time enforcing.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 is complete, consistent checking, not just reading text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17220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0956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Projects AY2026-27 | Phase 1 due 30 September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1005840"/>
            <a:ext cx="4114800" cy="15087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assumption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first assumed the core problem was reading label text automatically.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005840"/>
            <a:ext cx="4114800" cy="15087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problem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 (simulated): pain also comes from missed declarations, unusable photos, retyping and no shared record.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697480"/>
            <a:ext cx="4114800" cy="15087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declaration checks; evidence quality; report preparation; inspector review.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697480"/>
            <a:ext cx="4114800" cy="15087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assists with preparation; the inspector remains in control of every legal decision.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43400"/>
            <a:ext cx="8412480" cy="411480"/>
          </a:xfrm>
          <a:prstGeom prst="roundRect">
            <a:avLst>
              <a:gd name="adj" fmla="val 22222"/>
            </a:avLst>
          </a:prstGeom>
          <a:solidFill>
            <a:srgbClr val="173450"/>
          </a:solidFill>
          <a:ln w="12700">
            <a:solidFill>
              <a:srgbClr val="1734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 gap: do real inspectors confirm these timings and misses, and can label images be used with permission?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turn label photos into a reviewable checklist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17220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0956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Projects AY2026-27 | Phase 1 due 30 September 2026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hypothesis for Phase 2, not a chosen solution: label photo → verified compliance checklist.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28016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1280160"/>
            <a:ext cx="1600200" cy="21945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CAPTURE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guidance for sharp, usable images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80260" y="128016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80260" y="1280160"/>
            <a:ext cx="1600200" cy="21945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READ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OCR of label text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94760" y="128016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E7F0FA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94760" y="1280160"/>
            <a:ext cx="1600200" cy="21945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EXTRACT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quantity, MRP, date, address, care contact, origin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09260" y="128016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EEEAFB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09260" y="1280160"/>
            <a:ext cx="1600200" cy="21945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RULE CHECK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mandatory declarations; estimate font size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28016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E8F2E8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1280160"/>
            <a:ext cx="1600200" cy="219456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INSPECTOR VERIFIES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fields flagged; report auto-drafted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" y="3703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components: OCR, translation, field extraction, rule engine, human-in-the-loop review. AI prepares; the inspector decides.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proven only if checking gets faster without raising risk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17220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0956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Projects AY2026-27 | Phase 1 due 30 September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2103120" cy="3657600"/>
          </a:xfrm>
          <a:prstGeom prst="roundRect">
            <a:avLst>
              <a:gd name="adj" fmla="val 6522"/>
            </a:avLst>
          </a:prstGeom>
          <a:solidFill>
            <a:srgbClr val="1734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1005840"/>
            <a:ext cx="2103120" cy="3657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FOCUS</a:t>
            </a:r>
            <a:endParaRPr lang="en-US" sz="900" dirty="0"/>
          </a:p>
          <a:p>
            <a:pPr indent="0" marL="0">
              <a:buNone/>
            </a:pPr>
            <a:r>
              <a:rPr lang="en-US" sz="1800" dirty="0">
                <a:solidFill>
                  <a:srgbClr val="19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 (CD)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0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at volume is a service-delivery problem: intake, scale, uptime, cost, audit and integration.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1005840"/>
            <a:ext cx="3017520" cy="1161288"/>
          </a:xfrm>
          <a:prstGeom prst="roundRect">
            <a:avLst>
              <a:gd name="adj" fmla="val 9449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1760" y="1005840"/>
            <a:ext cx="3017520" cy="1161288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CONTEXT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inspections; department systems; label and seller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3017520" cy="1161288"/>
          </a:xfrm>
          <a:prstGeom prst="roundRect">
            <a:avLst>
              <a:gd name="adj" fmla="val 9449"/>
            </a:avLst>
          </a:prstGeom>
          <a:solidFill>
            <a:srgbClr val="E7F0FA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1005840"/>
            <a:ext cx="3017520" cy="1161288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TARGET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checks: minutes per label, misses, re-checks (none yet).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2258568"/>
            <a:ext cx="3017520" cy="1161288"/>
          </a:xfrm>
          <a:prstGeom prst="roundRect">
            <a:avLst>
              <a:gd name="adj" fmla="val 9449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1760" y="2258568"/>
            <a:ext cx="3017520" cy="1161288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PERMISSION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NOC and consent; minimise and anonymise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258568"/>
            <a:ext cx="3017520" cy="1161288"/>
          </a:xfrm>
          <a:prstGeom prst="roundRect">
            <a:avLst>
              <a:gd name="adj" fmla="val 9449"/>
            </a:avLst>
          </a:prstGeom>
          <a:solidFill>
            <a:srgbClr val="E8F2E8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2258568"/>
            <a:ext cx="3017520" cy="1161288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completeness, accuracy, usability, workflow fit.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51760" y="3511296"/>
            <a:ext cx="3017520" cy="1161288"/>
          </a:xfrm>
          <a:prstGeom prst="roundRect">
            <a:avLst>
              <a:gd name="adj" fmla="val 9449"/>
            </a:avLst>
          </a:prstGeom>
          <a:solidFill>
            <a:srgbClr val="FBE9EA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3511296"/>
            <a:ext cx="3017520" cy="1161288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ASSUMPTION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or platforms may not permit external hosting or integration.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3511296"/>
            <a:ext cx="3017520" cy="1161288"/>
          </a:xfrm>
          <a:prstGeom prst="roundRect">
            <a:avLst>
              <a:gd name="adj" fmla="val 9449"/>
            </a:avLst>
          </a:prstGeom>
          <a:solidFill>
            <a:srgbClr val="EEEAFB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0" y="3511296"/>
            <a:ext cx="3017520" cy="1161288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QUESTION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volume, turnaround and hosting conditions must any solution meet?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directions can solve the same checking problem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17220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09560" y="29260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92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Projects AY2026-27 | Phase 1 due 30 September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6F4F4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1005840"/>
            <a:ext cx="2651760" cy="14173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BETTER MANUAL PROCESS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checklist and inspector training; no new software.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5E0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6120" y="1005840"/>
            <a:ext cx="2651760" cy="14173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RULE CHECK AT LISTING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validate mandatory fields before a product goes live.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7F0FA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1005840"/>
            <a:ext cx="2651760" cy="141732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IMAGE-BASED ASSISTANT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label photos, flags missing declarations for a human to confirm.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ECEFF1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2606040"/>
            <a:ext cx="4023360" cy="20116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 · feasibility · responsibility · viability / value · real-user evidence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reviewers: 3 inspectors, 1 platform or packer contact, CD mentor (5 by 10 Oct).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260604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ECEFF1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2606040"/>
            <a:ext cx="4206240" cy="2011680"/>
          </a:xfrm>
          <a:prstGeom prst="rect">
            <a:avLst/>
          </a:prstGeom>
          <a:noFill/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7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Oct: interview an inspector and observe a full label check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Oct: interview platform / IT staff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Oct: test concept feedback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Oct: Phase 2 due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2026-09-30T09:45:50Z</dcterms:created>
  <dcterms:modified xsi:type="dcterms:W3CDTF">2026-09-30T09:45:50Z</dcterms:modified>
</cp:coreProperties>
</file>